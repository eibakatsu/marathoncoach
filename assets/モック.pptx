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57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59"/>
    <p:restoredTop sz="94793"/>
  </p:normalViewPr>
  <p:slideViewPr>
    <p:cSldViewPr snapToGrid="0">
      <p:cViewPr varScale="1">
        <p:scale>
          <a:sx n="64" d="100"/>
          <a:sy n="64" d="100"/>
        </p:scale>
        <p:origin x="17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5CF22-DFAA-DFC9-E22A-8E02F5DC5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C48547-B177-85B2-AEF3-C3D022C18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2A8A75-5BBD-FAF9-FE73-382D9542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BE15F4-CE69-75F8-0B1F-2B8FF7EA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A32DEC-A47A-E765-D79E-EED8B350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272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1FD160-5093-CEA6-A6C3-66A85890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C8FA84-A16B-4D31-EFBF-A5DF17411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05238A-66B4-2722-6F82-44348EA1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010F0C-BF92-E40A-63CC-43DE3A2E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ABCCFA-1CE5-183B-44CB-E1AA4994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083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92E72-6315-4EC4-298B-562A85F5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8762AF-593D-122A-3445-B493CCEC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70F5C1-3AA0-BBA9-092E-ACDBA80B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B23821-93B6-7E32-84FC-25F8744B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CAD21A-0885-416B-29A3-A2DC947A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20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B458F-9B19-8059-9E3A-98EDAAC4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F4A197-BC51-7943-B9D1-051778FA0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DD90F2-1794-4A1B-D994-038DC513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90142D-EFA7-4679-5532-16ECD263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FBD9E2-3427-2492-2CF0-28B8402D1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D350D9-0FA6-339B-467D-62440E6C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40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ECA1E6-CCD2-8D72-89B0-FCB66B24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31528E-FCB2-43D4-7A27-03AD85160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35F4A9-A5DE-D8C6-FE51-0D98DEE9E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EA6F2A-A9B7-67D2-1672-1EDEFA89A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A14A73-D661-D5EE-D374-9167FE5A5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00D902E-7FC9-43AF-7957-FA6231F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6822AE9-7BD1-32E6-481F-8E9671BC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A51423-4136-EFD2-4199-A1BC1ED7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107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CEB767-FDF2-9A8A-CA08-DC9B1C36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79BA840-4C54-D8BC-D21F-02DC67D3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1EDF192-4EF8-4F39-2F53-A0F3B81F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B64668-B28E-04A1-3987-E2EF48AB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454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630CDF9-C3C1-B178-E51C-E5C407A7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FFB17C-5CB0-DFF5-E4D9-EFCFD2781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1BBEBC-9FCA-AF2F-C350-8B72A6A7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79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165228-6D63-2798-A577-5B44F913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1F80BD-3FA1-0024-9F6B-0F86901CF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5D673-3E02-3722-3379-557D198DA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237F47-EA1F-E434-F92D-32D7071C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F625FD-7FB2-BAC7-273C-665BBA1C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A20348-B398-59C0-FDDA-58124987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44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97D8C0-1852-52BB-2528-FBE052AEC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B5B4F54-FD5A-A8DC-14F2-5C81266647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294F85-326D-12B4-03A9-37BA71CA5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6E4FEF-D263-D43B-6E0E-E2466A7C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6172D1-5F0E-EC15-624F-E800F3091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ABCC2B-F23F-661F-8150-A632FCB0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29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631DD-2C36-F386-E604-6B18480A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4836B4-37E6-63FC-2A58-860D2633B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22DC23-D2B7-94DF-E2BC-1A249BA9E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73F67-5C7E-00A8-2B97-5EB0CB3D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CD9B4C-416C-3D53-8967-10E5D33D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796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111DD46-2BDC-0703-82FB-147C082AC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18AB26-ADB2-A527-C194-051C3506F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B32D74-85F1-A5CF-E7EE-7BEDA44E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78A193-B7F8-E97C-5DFD-2B42E084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A0AC83-5E82-CB5A-1CE4-EBC8DD20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46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BFA7EE-5C7A-5C3E-ED81-969B3C03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3D2831-5148-6318-9F3D-223736612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AC2C19-1563-3793-7DCF-D6F158A66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B8F37-77C0-8845-AC52-CAF113CEA98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43A487-430E-DA04-0F98-6724B238F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4CF159-C431-E7BF-07EA-C56DF90A3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A0942-3D9B-E647-8C42-039939569D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25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6C99386-0B61-B7DD-5578-DDC84168E2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09545" y="918174"/>
            <a:ext cx="5193750" cy="5400000"/>
          </a:xfrm>
          <a:prstGeom prst="rect">
            <a:avLst/>
          </a:prstGeom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155BA1F7-2B6D-27EC-701C-7A5B1DBD290A}"/>
              </a:ext>
            </a:extLst>
          </p:cNvPr>
          <p:cNvSpPr/>
          <p:nvPr/>
        </p:nvSpPr>
        <p:spPr>
          <a:xfrm>
            <a:off x="2041452" y="577490"/>
            <a:ext cx="7549116" cy="574068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ドーナツ 12">
            <a:extLst>
              <a:ext uri="{FF2B5EF4-FFF2-40B4-BE49-F238E27FC236}">
                <a16:creationId xmlns:a16="http://schemas.microsoft.com/office/drawing/2014/main" id="{07399AEC-798F-4BC5-8D15-CB89B938307A}"/>
              </a:ext>
            </a:extLst>
          </p:cNvPr>
          <p:cNvSpPr/>
          <p:nvPr/>
        </p:nvSpPr>
        <p:spPr>
          <a:xfrm>
            <a:off x="3396000" y="900113"/>
            <a:ext cx="5400000" cy="5400000"/>
          </a:xfrm>
          <a:prstGeom prst="donut">
            <a:avLst>
              <a:gd name="adj" fmla="val 18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0B51AC30-68D1-3B9D-54E9-124F9E0C63B0}"/>
              </a:ext>
            </a:extLst>
          </p:cNvPr>
          <p:cNvGrpSpPr/>
          <p:nvPr/>
        </p:nvGrpSpPr>
        <p:grpSpPr>
          <a:xfrm>
            <a:off x="3396000" y="900113"/>
            <a:ext cx="5400000" cy="5400000"/>
            <a:chOff x="3396000" y="900113"/>
            <a:chExt cx="5400000" cy="5400000"/>
          </a:xfrm>
        </p:grpSpPr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3896EFB0-7991-1F1C-36C0-DDD038A0A02C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6096000" y="900113"/>
              <a:ext cx="0" cy="540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4A89A3E3-CB9F-BD51-67F5-061E0FE3A786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3396000" y="3600113"/>
              <a:ext cx="54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CB3D47C-4E9C-03E7-4E63-194837E04811}"/>
              </a:ext>
            </a:extLst>
          </p:cNvPr>
          <p:cNvSpPr txBox="1"/>
          <p:nvPr/>
        </p:nvSpPr>
        <p:spPr>
          <a:xfrm>
            <a:off x="5939547" y="53078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6A94CF0-B4C3-38B7-B9AE-5FCB42F35056}"/>
              </a:ext>
            </a:extLst>
          </p:cNvPr>
          <p:cNvSpPr txBox="1"/>
          <p:nvPr/>
        </p:nvSpPr>
        <p:spPr>
          <a:xfrm>
            <a:off x="7374187" y="94383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</a:t>
            </a:r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B2EFC9A-AC0A-2E25-33CA-28086F849C46}"/>
              </a:ext>
            </a:extLst>
          </p:cNvPr>
          <p:cNvSpPr txBox="1"/>
          <p:nvPr/>
        </p:nvSpPr>
        <p:spPr>
          <a:xfrm>
            <a:off x="8816842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</a:t>
            </a:r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A705FEE-8F64-9BDE-7C20-2FD6217A1053}"/>
              </a:ext>
            </a:extLst>
          </p:cNvPr>
          <p:cNvSpPr txBox="1"/>
          <p:nvPr/>
        </p:nvSpPr>
        <p:spPr>
          <a:xfrm>
            <a:off x="8482041" y="2065447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F037C6F-C909-D868-2A11-B42B46B6F97F}"/>
              </a:ext>
            </a:extLst>
          </p:cNvPr>
          <p:cNvSpPr txBox="1"/>
          <p:nvPr/>
        </p:nvSpPr>
        <p:spPr>
          <a:xfrm>
            <a:off x="8445904" y="4860375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9B24C31-E53F-1E96-DD30-B5ADDAEA5958}"/>
              </a:ext>
            </a:extLst>
          </p:cNvPr>
          <p:cNvSpPr txBox="1"/>
          <p:nvPr/>
        </p:nvSpPr>
        <p:spPr>
          <a:xfrm>
            <a:off x="7368089" y="5911178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</a:t>
            </a:r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D3CAFF5-762C-B35C-669F-313B70A1A03F}"/>
              </a:ext>
            </a:extLst>
          </p:cNvPr>
          <p:cNvSpPr txBox="1"/>
          <p:nvPr/>
        </p:nvSpPr>
        <p:spPr>
          <a:xfrm>
            <a:off x="5939547" y="6350722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</a:t>
            </a:r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4CD592E-2BD8-00DC-6690-50BB48F28C40}"/>
              </a:ext>
            </a:extLst>
          </p:cNvPr>
          <p:cNvSpPr txBox="1"/>
          <p:nvPr/>
        </p:nvSpPr>
        <p:spPr>
          <a:xfrm>
            <a:off x="4476054" y="597932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85AAB113-EDF9-85CD-30EA-3C5FE7FC6AB1}"/>
              </a:ext>
            </a:extLst>
          </p:cNvPr>
          <p:cNvGrpSpPr/>
          <p:nvPr/>
        </p:nvGrpSpPr>
        <p:grpSpPr>
          <a:xfrm rot="1800000">
            <a:off x="3396000" y="900113"/>
            <a:ext cx="5400000" cy="5400000"/>
            <a:chOff x="3396000" y="900113"/>
            <a:chExt cx="5400000" cy="5400000"/>
          </a:xfrm>
        </p:grpSpPr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C8431761-A47A-7280-B303-9641B77EB6F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900113"/>
              <a:ext cx="0" cy="540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4835B879-8CF6-3C3A-6510-3A6DA084747E}"/>
                </a:ext>
              </a:extLst>
            </p:cNvPr>
            <p:cNvCxnSpPr>
              <a:cxnSpLocks/>
            </p:cNvCxnSpPr>
            <p:nvPr/>
          </p:nvCxnSpPr>
          <p:spPr>
            <a:xfrm>
              <a:off x="3396000" y="3600113"/>
              <a:ext cx="54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7951DBBF-15D1-8359-3CA5-40D7A61B7DEA}"/>
              </a:ext>
            </a:extLst>
          </p:cNvPr>
          <p:cNvGrpSpPr/>
          <p:nvPr/>
        </p:nvGrpSpPr>
        <p:grpSpPr>
          <a:xfrm rot="3600000">
            <a:off x="3406421" y="900114"/>
            <a:ext cx="5400000" cy="5400000"/>
            <a:chOff x="3396000" y="900113"/>
            <a:chExt cx="5400000" cy="5400000"/>
          </a:xfrm>
        </p:grpSpPr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32C8DC71-6964-CEFB-2BAD-AD73FE473F0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900113"/>
              <a:ext cx="0" cy="540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41ECA278-57F2-087A-8FB4-CFEBD7D3220A}"/>
                </a:ext>
              </a:extLst>
            </p:cNvPr>
            <p:cNvCxnSpPr>
              <a:cxnSpLocks/>
            </p:cNvCxnSpPr>
            <p:nvPr/>
          </p:nvCxnSpPr>
          <p:spPr>
            <a:xfrm>
              <a:off x="3396000" y="3600113"/>
              <a:ext cx="54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106DB56D-EBA3-3DD5-B794-6D9CBD7ED90E}"/>
              </a:ext>
            </a:extLst>
          </p:cNvPr>
          <p:cNvSpPr txBox="1"/>
          <p:nvPr/>
        </p:nvSpPr>
        <p:spPr>
          <a:xfrm>
            <a:off x="3436813" y="4890249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</a:t>
            </a:r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CF8E3F82-5575-CC52-A973-8417C21A7970}"/>
              </a:ext>
            </a:extLst>
          </p:cNvPr>
          <p:cNvSpPr txBox="1"/>
          <p:nvPr/>
        </p:nvSpPr>
        <p:spPr>
          <a:xfrm>
            <a:off x="3035454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J</a:t>
            </a:r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5B9CB9E-B0D1-64FE-AF8C-7D49E00065A4}"/>
              </a:ext>
            </a:extLst>
          </p:cNvPr>
          <p:cNvSpPr txBox="1"/>
          <p:nvPr/>
        </p:nvSpPr>
        <p:spPr>
          <a:xfrm>
            <a:off x="3368136" y="2039623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K</a:t>
            </a:r>
            <a:endParaRPr kumimoji="1"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685D636D-D9DD-BDCC-A688-7DB25B9ADDFC}"/>
              </a:ext>
            </a:extLst>
          </p:cNvPr>
          <p:cNvSpPr txBox="1"/>
          <p:nvPr/>
        </p:nvSpPr>
        <p:spPr>
          <a:xfrm>
            <a:off x="4539586" y="918174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</a:t>
            </a:r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FA2E1A40-0234-21AB-C574-D0C8140B42BB}"/>
              </a:ext>
            </a:extLst>
          </p:cNvPr>
          <p:cNvCxnSpPr/>
          <p:nvPr/>
        </p:nvCxnSpPr>
        <p:spPr>
          <a:xfrm>
            <a:off x="6096000" y="258417"/>
            <a:ext cx="1350000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86C37B54-AE90-EF92-346F-BC68977D7775}"/>
              </a:ext>
            </a:extLst>
          </p:cNvPr>
          <p:cNvCxnSpPr/>
          <p:nvPr/>
        </p:nvCxnSpPr>
        <p:spPr>
          <a:xfrm>
            <a:off x="7473801" y="258417"/>
            <a:ext cx="1350000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0D8AC318-3403-E1B3-6775-CE6CE0BE374B}"/>
              </a:ext>
            </a:extLst>
          </p:cNvPr>
          <p:cNvCxnSpPr/>
          <p:nvPr/>
        </p:nvCxnSpPr>
        <p:spPr>
          <a:xfrm>
            <a:off x="8887778" y="258417"/>
            <a:ext cx="1350000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34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44932-BB64-9E22-D667-897BA3DC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ドーナツ 12">
            <a:extLst>
              <a:ext uri="{FF2B5EF4-FFF2-40B4-BE49-F238E27FC236}">
                <a16:creationId xmlns:a16="http://schemas.microsoft.com/office/drawing/2014/main" id="{995C4F9F-FF6B-CC98-CD9B-F08A91F71D54}"/>
              </a:ext>
            </a:extLst>
          </p:cNvPr>
          <p:cNvSpPr/>
          <p:nvPr/>
        </p:nvSpPr>
        <p:spPr>
          <a:xfrm>
            <a:off x="3396000" y="900113"/>
            <a:ext cx="5400000" cy="5400000"/>
          </a:xfrm>
          <a:prstGeom prst="donut">
            <a:avLst>
              <a:gd name="adj" fmla="val 18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D0AE1CE3-14A0-4018-4B61-E754ABC2C532}"/>
              </a:ext>
            </a:extLst>
          </p:cNvPr>
          <p:cNvGrpSpPr/>
          <p:nvPr/>
        </p:nvGrpSpPr>
        <p:grpSpPr>
          <a:xfrm>
            <a:off x="3396000" y="900113"/>
            <a:ext cx="5400000" cy="5400000"/>
            <a:chOff x="3396000" y="900113"/>
            <a:chExt cx="5400000" cy="5400000"/>
          </a:xfrm>
        </p:grpSpPr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E299F641-CA0A-160A-4CCA-96B84B08C4B0}"/>
                </a:ext>
              </a:extLst>
            </p:cNvPr>
            <p:cNvCxnSpPr>
              <a:cxnSpLocks/>
              <a:stCxn id="13" idx="0"/>
              <a:endCxn id="13" idx="4"/>
            </p:cNvCxnSpPr>
            <p:nvPr/>
          </p:nvCxnSpPr>
          <p:spPr>
            <a:xfrm>
              <a:off x="6096000" y="900113"/>
              <a:ext cx="0" cy="540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03603B4E-AA28-0CDB-D546-48BA0E8C274A}"/>
                </a:ext>
              </a:extLst>
            </p:cNvPr>
            <p:cNvCxnSpPr>
              <a:cxnSpLocks/>
              <a:stCxn id="13" idx="2"/>
              <a:endCxn id="13" idx="6"/>
            </p:cNvCxnSpPr>
            <p:nvPr/>
          </p:nvCxnSpPr>
          <p:spPr>
            <a:xfrm>
              <a:off x="3396000" y="3600113"/>
              <a:ext cx="54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138AEB7-9316-3769-7410-74564828FDEE}"/>
              </a:ext>
            </a:extLst>
          </p:cNvPr>
          <p:cNvSpPr txBox="1"/>
          <p:nvPr/>
        </p:nvSpPr>
        <p:spPr>
          <a:xfrm>
            <a:off x="5939547" y="53078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62B13920-4589-76C3-5340-4457C522B52A}"/>
              </a:ext>
            </a:extLst>
          </p:cNvPr>
          <p:cNvSpPr txBox="1"/>
          <p:nvPr/>
        </p:nvSpPr>
        <p:spPr>
          <a:xfrm>
            <a:off x="7374187" y="94383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</a:t>
            </a:r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5897E2E-DB2B-8F2A-C1C1-03808D519BE5}"/>
              </a:ext>
            </a:extLst>
          </p:cNvPr>
          <p:cNvSpPr txBox="1"/>
          <p:nvPr/>
        </p:nvSpPr>
        <p:spPr>
          <a:xfrm>
            <a:off x="8816842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</a:t>
            </a:r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880422DA-2D55-946B-467B-A1A3B435B84A}"/>
              </a:ext>
            </a:extLst>
          </p:cNvPr>
          <p:cNvSpPr txBox="1"/>
          <p:nvPr/>
        </p:nvSpPr>
        <p:spPr>
          <a:xfrm>
            <a:off x="8482041" y="2065447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73BD53D-83FD-7965-B01C-2DA1C228717B}"/>
              </a:ext>
            </a:extLst>
          </p:cNvPr>
          <p:cNvSpPr txBox="1"/>
          <p:nvPr/>
        </p:nvSpPr>
        <p:spPr>
          <a:xfrm>
            <a:off x="8445904" y="4860375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3092504-FDAC-1327-B341-91BFA6CD4307}"/>
              </a:ext>
            </a:extLst>
          </p:cNvPr>
          <p:cNvSpPr txBox="1"/>
          <p:nvPr/>
        </p:nvSpPr>
        <p:spPr>
          <a:xfrm>
            <a:off x="7368089" y="5911178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</a:t>
            </a:r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0777AC7-B2C4-FA40-2E6A-5679CE0608E3}"/>
              </a:ext>
            </a:extLst>
          </p:cNvPr>
          <p:cNvSpPr txBox="1"/>
          <p:nvPr/>
        </p:nvSpPr>
        <p:spPr>
          <a:xfrm>
            <a:off x="5939547" y="6350722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</a:t>
            </a:r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4927BFC-1B71-3B91-2505-B6037BEE1BBD}"/>
              </a:ext>
            </a:extLst>
          </p:cNvPr>
          <p:cNvSpPr txBox="1"/>
          <p:nvPr/>
        </p:nvSpPr>
        <p:spPr>
          <a:xfrm>
            <a:off x="4476054" y="597932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/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194B9041-9880-8F48-BE61-4A9987C8EB6A}"/>
              </a:ext>
            </a:extLst>
          </p:cNvPr>
          <p:cNvGrpSpPr/>
          <p:nvPr/>
        </p:nvGrpSpPr>
        <p:grpSpPr>
          <a:xfrm rot="1800000">
            <a:off x="3396000" y="900113"/>
            <a:ext cx="5400000" cy="5400000"/>
            <a:chOff x="3396000" y="900113"/>
            <a:chExt cx="5400000" cy="5400000"/>
          </a:xfrm>
        </p:grpSpPr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B75185F2-0D99-8169-E6A3-93058877745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900113"/>
              <a:ext cx="0" cy="540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A4409B14-FA11-B6B8-BD5B-5AC07FE05B7D}"/>
                </a:ext>
              </a:extLst>
            </p:cNvPr>
            <p:cNvCxnSpPr>
              <a:cxnSpLocks/>
            </p:cNvCxnSpPr>
            <p:nvPr/>
          </p:nvCxnSpPr>
          <p:spPr>
            <a:xfrm>
              <a:off x="3396000" y="3600113"/>
              <a:ext cx="54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943558B2-48EF-CF5F-6E13-6C6F124B5C37}"/>
              </a:ext>
            </a:extLst>
          </p:cNvPr>
          <p:cNvGrpSpPr/>
          <p:nvPr/>
        </p:nvGrpSpPr>
        <p:grpSpPr>
          <a:xfrm rot="3600000">
            <a:off x="3406421" y="900114"/>
            <a:ext cx="5400000" cy="5400000"/>
            <a:chOff x="3396000" y="900113"/>
            <a:chExt cx="5400000" cy="5400000"/>
          </a:xfrm>
        </p:grpSpPr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331F9FBB-D019-C283-F18A-B0A5B98FD79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900113"/>
              <a:ext cx="0" cy="540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FC89949-E54E-E177-E225-4AA231C39ADC}"/>
                </a:ext>
              </a:extLst>
            </p:cNvPr>
            <p:cNvCxnSpPr>
              <a:cxnSpLocks/>
            </p:cNvCxnSpPr>
            <p:nvPr/>
          </p:nvCxnSpPr>
          <p:spPr>
            <a:xfrm>
              <a:off x="3396000" y="3600113"/>
              <a:ext cx="540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3A1DADE7-886F-0C2E-C804-A48E4061188C}"/>
              </a:ext>
            </a:extLst>
          </p:cNvPr>
          <p:cNvSpPr txBox="1"/>
          <p:nvPr/>
        </p:nvSpPr>
        <p:spPr>
          <a:xfrm>
            <a:off x="3436813" y="4890249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</a:t>
            </a:r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DEAB53C-D33F-14C9-FB9C-9A7BC14E109E}"/>
              </a:ext>
            </a:extLst>
          </p:cNvPr>
          <p:cNvSpPr txBox="1"/>
          <p:nvPr/>
        </p:nvSpPr>
        <p:spPr>
          <a:xfrm>
            <a:off x="3035454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J</a:t>
            </a:r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8E20020-2CD0-F263-9039-98E500301F0A}"/>
              </a:ext>
            </a:extLst>
          </p:cNvPr>
          <p:cNvSpPr txBox="1"/>
          <p:nvPr/>
        </p:nvSpPr>
        <p:spPr>
          <a:xfrm>
            <a:off x="3368136" y="2039623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K</a:t>
            </a:r>
            <a:endParaRPr kumimoji="1"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7EDB40A3-FC61-307B-0F93-88BADAED44E8}"/>
              </a:ext>
            </a:extLst>
          </p:cNvPr>
          <p:cNvSpPr txBox="1"/>
          <p:nvPr/>
        </p:nvSpPr>
        <p:spPr>
          <a:xfrm>
            <a:off x="4539586" y="918174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</a:t>
            </a:r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E04BBEAC-2A75-9C76-83D6-82518384EFFA}"/>
              </a:ext>
            </a:extLst>
          </p:cNvPr>
          <p:cNvCxnSpPr/>
          <p:nvPr/>
        </p:nvCxnSpPr>
        <p:spPr>
          <a:xfrm>
            <a:off x="6096000" y="258417"/>
            <a:ext cx="1350000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1D56A724-7981-8E3F-9391-20FAC8231682}"/>
              </a:ext>
            </a:extLst>
          </p:cNvPr>
          <p:cNvCxnSpPr/>
          <p:nvPr/>
        </p:nvCxnSpPr>
        <p:spPr>
          <a:xfrm>
            <a:off x="7473801" y="258417"/>
            <a:ext cx="1350000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DCEAB5F2-80E7-C423-D466-E1E34A42924D}"/>
              </a:ext>
            </a:extLst>
          </p:cNvPr>
          <p:cNvCxnSpPr/>
          <p:nvPr/>
        </p:nvCxnSpPr>
        <p:spPr>
          <a:xfrm>
            <a:off x="8887778" y="258417"/>
            <a:ext cx="1350000" cy="0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円/楕円 1">
            <a:extLst>
              <a:ext uri="{FF2B5EF4-FFF2-40B4-BE49-F238E27FC236}">
                <a16:creationId xmlns:a16="http://schemas.microsoft.com/office/drawing/2014/main" id="{C5A6B709-02DD-794B-CD40-CF10E05A7308}"/>
              </a:ext>
            </a:extLst>
          </p:cNvPr>
          <p:cNvSpPr>
            <a:spLocks noChangeAspect="1"/>
          </p:cNvSpPr>
          <p:nvPr/>
        </p:nvSpPr>
        <p:spPr>
          <a:xfrm>
            <a:off x="6133352" y="1488502"/>
            <a:ext cx="2052000" cy="20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FUEL</a:t>
            </a:r>
          </a:p>
          <a:p>
            <a:pPr algn="ctr"/>
            <a:r>
              <a:rPr kumimoji="1" lang="en-US" altLang="ja-JP" sz="3600" dirty="0"/>
              <a:t>6:20</a:t>
            </a:r>
            <a:endParaRPr kumimoji="1" lang="ja-JP" altLang="en-US" sz="3600"/>
          </a:p>
        </p:txBody>
      </p:sp>
      <p:sp>
        <p:nvSpPr>
          <p:cNvPr id="4" name="ハート 3">
            <a:extLst>
              <a:ext uri="{FF2B5EF4-FFF2-40B4-BE49-F238E27FC236}">
                <a16:creationId xmlns:a16="http://schemas.microsoft.com/office/drawing/2014/main" id="{55C6593A-B08A-5068-8180-666EE2B4ED5E}"/>
              </a:ext>
            </a:extLst>
          </p:cNvPr>
          <p:cNvSpPr/>
          <p:nvPr/>
        </p:nvSpPr>
        <p:spPr>
          <a:xfrm>
            <a:off x="4751211" y="1630563"/>
            <a:ext cx="915031" cy="731062"/>
          </a:xfrm>
          <a:prstGeom prst="heart">
            <a:avLst/>
          </a:prstGeom>
          <a:noFill/>
          <a:ln w="38100">
            <a:solidFill>
              <a:srgbClr val="EEB7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0E6A2C-B7D9-1047-1753-CBEC899F7BAE}"/>
              </a:ext>
            </a:extLst>
          </p:cNvPr>
          <p:cNvSpPr txBox="1"/>
          <p:nvPr/>
        </p:nvSpPr>
        <p:spPr>
          <a:xfrm>
            <a:off x="4434712" y="1898044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/>
              <a:t>152 / 155</a:t>
            </a:r>
            <a:endParaRPr kumimoji="1" lang="ja-JP" altLang="en-US" sz="2400" b="1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F9A1E20F-B2C2-7F58-049F-6895B2B78FFF}"/>
              </a:ext>
            </a:extLst>
          </p:cNvPr>
          <p:cNvSpPr/>
          <p:nvPr/>
        </p:nvSpPr>
        <p:spPr>
          <a:xfrm>
            <a:off x="3778573" y="2408955"/>
            <a:ext cx="2327847" cy="23878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3600"/>
              <a:t>ちょい</a:t>
            </a:r>
            <a:endParaRPr kumimoji="1" lang="en-US" altLang="ja-JP" sz="3600" dirty="0"/>
          </a:p>
          <a:p>
            <a:pPr algn="ctr"/>
            <a:r>
              <a:rPr kumimoji="1" lang="ja-JP" altLang="en-US" sz="3600"/>
              <a:t>落とし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05B5D6-56D6-4EE1-38FE-2B98A4559AC3}"/>
              </a:ext>
            </a:extLst>
          </p:cNvPr>
          <p:cNvSpPr txBox="1"/>
          <p:nvPr/>
        </p:nvSpPr>
        <p:spPr>
          <a:xfrm>
            <a:off x="6144458" y="3659725"/>
            <a:ext cx="17411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0" b="1" dirty="0"/>
              <a:t>7:21</a:t>
            </a:r>
            <a:endParaRPr kumimoji="1" lang="ja-JP" altLang="en-US" sz="6000" b="1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BD6E22-221E-E82A-ACA2-BB352FAA3BC8}"/>
              </a:ext>
            </a:extLst>
          </p:cNvPr>
          <p:cNvSpPr txBox="1"/>
          <p:nvPr/>
        </p:nvSpPr>
        <p:spPr>
          <a:xfrm>
            <a:off x="7553362" y="434734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/km</a:t>
            </a:r>
            <a:endParaRPr kumimoji="1" lang="ja-JP" altLang="en-US" sz="2400" b="1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813ACD-C591-4EB3-DD02-978CDE4BB5DD}"/>
              </a:ext>
            </a:extLst>
          </p:cNvPr>
          <p:cNvSpPr txBox="1"/>
          <p:nvPr/>
        </p:nvSpPr>
        <p:spPr>
          <a:xfrm>
            <a:off x="4789542" y="4911165"/>
            <a:ext cx="2590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22.3 km </a:t>
            </a:r>
            <a:r>
              <a:rPr kumimoji="1" lang="en-US" altLang="ja-JP" sz="2400" b="1" dirty="0"/>
              <a:t> 2:33:12</a:t>
            </a:r>
            <a:endParaRPr kumimoji="1" lang="ja-JP" altLang="en-US" sz="2400" b="1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C57E98A-FFE9-E9B0-973E-28FDE2430A31}"/>
              </a:ext>
            </a:extLst>
          </p:cNvPr>
          <p:cNvSpPr txBox="1"/>
          <p:nvPr/>
        </p:nvSpPr>
        <p:spPr>
          <a:xfrm>
            <a:off x="4962588" y="5383247"/>
            <a:ext cx="195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PACE + 10s</a:t>
            </a:r>
            <a:endParaRPr kumimoji="1" lang="ja-JP" altLang="en-US" sz="2400" b="1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9509F80C-C67E-4A03-F9F2-683F76DD2006}"/>
              </a:ext>
            </a:extLst>
          </p:cNvPr>
          <p:cNvSpPr/>
          <p:nvPr/>
        </p:nvSpPr>
        <p:spPr>
          <a:xfrm>
            <a:off x="4251875" y="4183358"/>
            <a:ext cx="710713" cy="460059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4F683A-3C8F-DE8B-68F7-DB78E64F6F97}"/>
              </a:ext>
            </a:extLst>
          </p:cNvPr>
          <p:cNvSpPr txBox="1"/>
          <p:nvPr/>
        </p:nvSpPr>
        <p:spPr>
          <a:xfrm>
            <a:off x="4896622" y="4161475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</a:rPr>
              <a:t>- 10s</a:t>
            </a:r>
            <a:endParaRPr kumimoji="1" lang="ja-JP" alt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291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ECB4D-D4A7-A2D2-EF8A-62CDAF8F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ドーナツ 12">
            <a:extLst>
              <a:ext uri="{FF2B5EF4-FFF2-40B4-BE49-F238E27FC236}">
                <a16:creationId xmlns:a16="http://schemas.microsoft.com/office/drawing/2014/main" id="{D39D2943-7925-D4FE-2A28-E2DD6C52D884}"/>
              </a:ext>
            </a:extLst>
          </p:cNvPr>
          <p:cNvSpPr/>
          <p:nvPr/>
        </p:nvSpPr>
        <p:spPr>
          <a:xfrm>
            <a:off x="3396000" y="900113"/>
            <a:ext cx="5400000" cy="5400000"/>
          </a:xfrm>
          <a:prstGeom prst="donut">
            <a:avLst>
              <a:gd name="adj" fmla="val 18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0532F04-0EB6-2997-B50C-BD4DCD54ABB4}"/>
              </a:ext>
            </a:extLst>
          </p:cNvPr>
          <p:cNvCxnSpPr>
            <a:cxnSpLocks/>
          </p:cNvCxnSpPr>
          <p:nvPr/>
        </p:nvCxnSpPr>
        <p:spPr>
          <a:xfrm>
            <a:off x="6096000" y="337930"/>
            <a:ext cx="0" cy="652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625B435-E523-2654-E61E-505A72C19B80}"/>
              </a:ext>
            </a:extLst>
          </p:cNvPr>
          <p:cNvCxnSpPr>
            <a:cxnSpLocks/>
          </p:cNvCxnSpPr>
          <p:nvPr/>
        </p:nvCxnSpPr>
        <p:spPr>
          <a:xfrm>
            <a:off x="2484783" y="3632211"/>
            <a:ext cx="6957391" cy="27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152993F-EA55-6463-5CEA-830551B85521}"/>
              </a:ext>
            </a:extLst>
          </p:cNvPr>
          <p:cNvSpPr txBox="1"/>
          <p:nvPr/>
        </p:nvSpPr>
        <p:spPr>
          <a:xfrm>
            <a:off x="8445904" y="4860375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272F96E-21C9-A479-A60F-96CA6FEAC08D}"/>
              </a:ext>
            </a:extLst>
          </p:cNvPr>
          <p:cNvSpPr txBox="1"/>
          <p:nvPr/>
        </p:nvSpPr>
        <p:spPr>
          <a:xfrm>
            <a:off x="3035454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J</a:t>
            </a:r>
            <a:endParaRPr kumimoji="1" lang="ja-JP" altLang="en-US"/>
          </a:p>
        </p:txBody>
      </p:sp>
      <p:sp>
        <p:nvSpPr>
          <p:cNvPr id="4" name="ハート 3">
            <a:extLst>
              <a:ext uri="{FF2B5EF4-FFF2-40B4-BE49-F238E27FC236}">
                <a16:creationId xmlns:a16="http://schemas.microsoft.com/office/drawing/2014/main" id="{01267B5B-7F8F-828F-FAB9-504E38A6C32C}"/>
              </a:ext>
            </a:extLst>
          </p:cNvPr>
          <p:cNvSpPr/>
          <p:nvPr/>
        </p:nvSpPr>
        <p:spPr>
          <a:xfrm>
            <a:off x="4789542" y="1411525"/>
            <a:ext cx="915031" cy="731062"/>
          </a:xfrm>
          <a:prstGeom prst="heart">
            <a:avLst/>
          </a:prstGeom>
          <a:noFill/>
          <a:ln w="38100">
            <a:solidFill>
              <a:srgbClr val="EEB7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41473F-6141-BA5A-2E76-9F0F86B83B2D}"/>
              </a:ext>
            </a:extLst>
          </p:cNvPr>
          <p:cNvSpPr txBox="1"/>
          <p:nvPr/>
        </p:nvSpPr>
        <p:spPr>
          <a:xfrm>
            <a:off x="4473043" y="1679006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/>
              <a:t>152 / 155</a:t>
            </a:r>
            <a:endParaRPr kumimoji="1" lang="ja-JP" altLang="en-US" sz="2400" b="1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D3BEAF46-A0C2-186B-47F8-C39531C6E1A2}"/>
              </a:ext>
            </a:extLst>
          </p:cNvPr>
          <p:cNvSpPr/>
          <p:nvPr/>
        </p:nvSpPr>
        <p:spPr>
          <a:xfrm>
            <a:off x="3659305" y="2408955"/>
            <a:ext cx="2327847" cy="23878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3600"/>
              <a:t>ちょい</a:t>
            </a:r>
            <a:endParaRPr kumimoji="1" lang="en-US" altLang="ja-JP" sz="3600" dirty="0"/>
          </a:p>
          <a:p>
            <a:pPr algn="ctr"/>
            <a:r>
              <a:rPr kumimoji="1" lang="ja-JP" altLang="en-US" sz="3600"/>
              <a:t>落とし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C9447E4-1D51-3DD4-8AA5-E7611549EA33}"/>
              </a:ext>
            </a:extLst>
          </p:cNvPr>
          <p:cNvSpPr txBox="1"/>
          <p:nvPr/>
        </p:nvSpPr>
        <p:spPr>
          <a:xfrm>
            <a:off x="6144458" y="3659725"/>
            <a:ext cx="17411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0" b="1" dirty="0"/>
              <a:t>7:21</a:t>
            </a:r>
            <a:endParaRPr kumimoji="1" lang="ja-JP" altLang="en-US" sz="6000" b="1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8243206-B76A-F094-456D-41BDADDFFD7D}"/>
              </a:ext>
            </a:extLst>
          </p:cNvPr>
          <p:cNvSpPr txBox="1"/>
          <p:nvPr/>
        </p:nvSpPr>
        <p:spPr>
          <a:xfrm>
            <a:off x="7553362" y="4347348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/km</a:t>
            </a:r>
            <a:endParaRPr kumimoji="1" lang="ja-JP" altLang="en-US" sz="2400" b="1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9180E6-7304-D0EB-1FEB-1FBC361A2CE6}"/>
              </a:ext>
            </a:extLst>
          </p:cNvPr>
          <p:cNvSpPr txBox="1"/>
          <p:nvPr/>
        </p:nvSpPr>
        <p:spPr>
          <a:xfrm>
            <a:off x="4789542" y="4911165"/>
            <a:ext cx="2590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22.3 km </a:t>
            </a:r>
            <a:r>
              <a:rPr kumimoji="1" lang="en-US" altLang="ja-JP" sz="2400" b="1" dirty="0"/>
              <a:t> 2:33:12</a:t>
            </a:r>
            <a:endParaRPr kumimoji="1" lang="ja-JP" altLang="en-US" sz="2400" b="1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7B9DC8-FA18-1B08-E5D0-EE1020322F55}"/>
              </a:ext>
            </a:extLst>
          </p:cNvPr>
          <p:cNvSpPr txBox="1"/>
          <p:nvPr/>
        </p:nvSpPr>
        <p:spPr>
          <a:xfrm>
            <a:off x="4962588" y="5383247"/>
            <a:ext cx="1951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PACE + 10s</a:t>
            </a:r>
            <a:endParaRPr kumimoji="1" lang="ja-JP" altLang="en-US" sz="2400" b="1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2A2187B1-5F96-F03F-AFE6-C68DF4826214}"/>
              </a:ext>
            </a:extLst>
          </p:cNvPr>
          <p:cNvSpPr/>
          <p:nvPr/>
        </p:nvSpPr>
        <p:spPr>
          <a:xfrm>
            <a:off x="4251875" y="4183358"/>
            <a:ext cx="710713" cy="460059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02069F-DD08-69CD-1CA1-34FCBFB79CA3}"/>
              </a:ext>
            </a:extLst>
          </p:cNvPr>
          <p:cNvSpPr txBox="1"/>
          <p:nvPr/>
        </p:nvSpPr>
        <p:spPr>
          <a:xfrm>
            <a:off x="4896622" y="4161475"/>
            <a:ext cx="922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</a:rPr>
              <a:t>- 10s</a:t>
            </a:r>
            <a:endParaRPr kumimoji="1" lang="ja-JP" altLang="en-US" sz="2400" b="1">
              <a:solidFill>
                <a:schemeClr val="bg1"/>
              </a:solidFill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A4F8F7B-1CAA-8AE0-8454-A1F70B20CFA0}"/>
              </a:ext>
            </a:extLst>
          </p:cNvPr>
          <p:cNvCxnSpPr>
            <a:cxnSpLocks/>
          </p:cNvCxnSpPr>
          <p:nvPr/>
        </p:nvCxnSpPr>
        <p:spPr>
          <a:xfrm>
            <a:off x="2508456" y="4878722"/>
            <a:ext cx="6957391" cy="27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2CA208D-DCF0-3275-FDDA-E720D1001228}"/>
              </a:ext>
            </a:extLst>
          </p:cNvPr>
          <p:cNvCxnSpPr>
            <a:cxnSpLocks/>
          </p:cNvCxnSpPr>
          <p:nvPr/>
        </p:nvCxnSpPr>
        <p:spPr>
          <a:xfrm>
            <a:off x="2617304" y="2212297"/>
            <a:ext cx="6957391" cy="27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円/楕円 1">
            <a:extLst>
              <a:ext uri="{FF2B5EF4-FFF2-40B4-BE49-F238E27FC236}">
                <a16:creationId xmlns:a16="http://schemas.microsoft.com/office/drawing/2014/main" id="{EE0FA185-6B07-2DB0-C928-9A2AC9FDA3CB}"/>
              </a:ext>
            </a:extLst>
          </p:cNvPr>
          <p:cNvSpPr>
            <a:spLocks noChangeAspect="1"/>
          </p:cNvSpPr>
          <p:nvPr/>
        </p:nvSpPr>
        <p:spPr>
          <a:xfrm>
            <a:off x="6133352" y="1488502"/>
            <a:ext cx="2052000" cy="20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FUEL</a:t>
            </a:r>
          </a:p>
          <a:p>
            <a:pPr algn="ctr"/>
            <a:r>
              <a:rPr kumimoji="1" lang="en-US" altLang="ja-JP" sz="3600" dirty="0"/>
              <a:t>6:20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1678805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3BC7-B155-5945-A8D6-B5291CE0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0BF07D4A-1445-91C5-D114-EB3C140E53B2}"/>
              </a:ext>
            </a:extLst>
          </p:cNvPr>
          <p:cNvSpPr/>
          <p:nvPr/>
        </p:nvSpPr>
        <p:spPr>
          <a:xfrm>
            <a:off x="3377215" y="3670141"/>
            <a:ext cx="5437572" cy="12579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/>
              <a:t>ちょい落とし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3908183-E050-A44C-D37E-F7997EF667DF}"/>
              </a:ext>
            </a:extLst>
          </p:cNvPr>
          <p:cNvSpPr/>
          <p:nvPr/>
        </p:nvSpPr>
        <p:spPr>
          <a:xfrm rot="20707280" flipH="1">
            <a:off x="3051380" y="3491706"/>
            <a:ext cx="514745" cy="1558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B47FF6F-CC1C-9147-5373-06D029D428FA}"/>
              </a:ext>
            </a:extLst>
          </p:cNvPr>
          <p:cNvSpPr/>
          <p:nvPr/>
        </p:nvSpPr>
        <p:spPr>
          <a:xfrm rot="892720">
            <a:off x="8603733" y="3687557"/>
            <a:ext cx="514745" cy="1558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ドーナツ 12">
            <a:extLst>
              <a:ext uri="{FF2B5EF4-FFF2-40B4-BE49-F238E27FC236}">
                <a16:creationId xmlns:a16="http://schemas.microsoft.com/office/drawing/2014/main" id="{62A224AD-BD8F-9B4D-7398-FE0E9D09BE5D}"/>
              </a:ext>
            </a:extLst>
          </p:cNvPr>
          <p:cNvSpPr/>
          <p:nvPr/>
        </p:nvSpPr>
        <p:spPr>
          <a:xfrm>
            <a:off x="3396000" y="900113"/>
            <a:ext cx="5400000" cy="5400000"/>
          </a:xfrm>
          <a:prstGeom prst="donut">
            <a:avLst>
              <a:gd name="adj" fmla="val 18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B26DFE4-8F93-AAC6-0D1D-CC004A059A6E}"/>
              </a:ext>
            </a:extLst>
          </p:cNvPr>
          <p:cNvCxnSpPr>
            <a:cxnSpLocks/>
          </p:cNvCxnSpPr>
          <p:nvPr/>
        </p:nvCxnSpPr>
        <p:spPr>
          <a:xfrm>
            <a:off x="6096000" y="337930"/>
            <a:ext cx="0" cy="6520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A266C7B-4C8A-FFE6-0B7E-48A80271B372}"/>
              </a:ext>
            </a:extLst>
          </p:cNvPr>
          <p:cNvCxnSpPr>
            <a:cxnSpLocks/>
          </p:cNvCxnSpPr>
          <p:nvPr/>
        </p:nvCxnSpPr>
        <p:spPr>
          <a:xfrm>
            <a:off x="2484783" y="3632211"/>
            <a:ext cx="6957391" cy="27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25F7B2F-198D-7ADC-20B8-211688A9E75F}"/>
              </a:ext>
            </a:extLst>
          </p:cNvPr>
          <p:cNvSpPr txBox="1"/>
          <p:nvPr/>
        </p:nvSpPr>
        <p:spPr>
          <a:xfrm>
            <a:off x="8445904" y="4860375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28222A0-93CF-0E07-48C0-7BA62EE28740}"/>
              </a:ext>
            </a:extLst>
          </p:cNvPr>
          <p:cNvSpPr txBox="1"/>
          <p:nvPr/>
        </p:nvSpPr>
        <p:spPr>
          <a:xfrm>
            <a:off x="3035454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J</a:t>
            </a:r>
            <a:endParaRPr kumimoji="1" lang="ja-JP" altLang="en-US"/>
          </a:p>
        </p:txBody>
      </p:sp>
      <p:sp>
        <p:nvSpPr>
          <p:cNvPr id="4" name="ハート 3">
            <a:extLst>
              <a:ext uri="{FF2B5EF4-FFF2-40B4-BE49-F238E27FC236}">
                <a16:creationId xmlns:a16="http://schemas.microsoft.com/office/drawing/2014/main" id="{46778085-7288-9F99-EC97-0547C9BE1DA1}"/>
              </a:ext>
            </a:extLst>
          </p:cNvPr>
          <p:cNvSpPr/>
          <p:nvPr/>
        </p:nvSpPr>
        <p:spPr>
          <a:xfrm>
            <a:off x="4629123" y="1421791"/>
            <a:ext cx="488696" cy="432040"/>
          </a:xfrm>
          <a:prstGeom prst="heart">
            <a:avLst/>
          </a:prstGeom>
          <a:solidFill>
            <a:schemeClr val="accent3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688C3F-584A-5139-AB71-751A443F9AFC}"/>
              </a:ext>
            </a:extLst>
          </p:cNvPr>
          <p:cNvSpPr txBox="1"/>
          <p:nvPr/>
        </p:nvSpPr>
        <p:spPr>
          <a:xfrm>
            <a:off x="5278238" y="1405163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152</a:t>
            </a:r>
            <a:endParaRPr kumimoji="1" lang="ja-JP" altLang="en-US" sz="2800" b="1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61A3AA7-1EA2-2762-CCF5-C57E07124B4A}"/>
              </a:ext>
            </a:extLst>
          </p:cNvPr>
          <p:cNvSpPr txBox="1"/>
          <p:nvPr/>
        </p:nvSpPr>
        <p:spPr>
          <a:xfrm>
            <a:off x="3794940" y="2523725"/>
            <a:ext cx="17411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6000" b="1" dirty="0"/>
              <a:t>7:21</a:t>
            </a:r>
            <a:endParaRPr kumimoji="1" lang="ja-JP" altLang="en-US" sz="6000" b="1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154297-8BF4-191B-8AA3-6CC37DBBE63C}"/>
              </a:ext>
            </a:extLst>
          </p:cNvPr>
          <p:cNvSpPr txBox="1"/>
          <p:nvPr/>
        </p:nvSpPr>
        <p:spPr>
          <a:xfrm>
            <a:off x="5328010" y="2915600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/km</a:t>
            </a:r>
            <a:endParaRPr kumimoji="1" lang="ja-JP" altLang="en-US" sz="2400" b="1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96222B-B502-546B-F6A0-BC1247669732}"/>
              </a:ext>
            </a:extLst>
          </p:cNvPr>
          <p:cNvSpPr txBox="1"/>
          <p:nvPr/>
        </p:nvSpPr>
        <p:spPr>
          <a:xfrm>
            <a:off x="4789542" y="4911165"/>
            <a:ext cx="2590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22.3 km </a:t>
            </a:r>
            <a:r>
              <a:rPr kumimoji="1" lang="en-US" altLang="ja-JP" sz="2400" b="1" dirty="0"/>
              <a:t> 2:33:12</a:t>
            </a:r>
            <a:endParaRPr kumimoji="1" lang="ja-JP" altLang="en-US" sz="2400" b="1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3BD3FD-4801-A03B-4991-AC5A2A544DD0}"/>
              </a:ext>
            </a:extLst>
          </p:cNvPr>
          <p:cNvSpPr txBox="1"/>
          <p:nvPr/>
        </p:nvSpPr>
        <p:spPr>
          <a:xfrm>
            <a:off x="4962588" y="5383247"/>
            <a:ext cx="2507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4:00 (10</a:t>
            </a:r>
            <a:r>
              <a:rPr lang="ja-JP" altLang="en-US" sz="2400" b="1"/>
              <a:t>分遅れ</a:t>
            </a:r>
            <a:r>
              <a:rPr lang="en-US" altLang="ja-JP" sz="2400" b="1" dirty="0"/>
              <a:t>)</a:t>
            </a:r>
            <a:endParaRPr kumimoji="1" lang="ja-JP" altLang="en-US" sz="2400" b="1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2924154-A299-C775-AA47-B4C0C93EB38C}"/>
              </a:ext>
            </a:extLst>
          </p:cNvPr>
          <p:cNvCxnSpPr>
            <a:cxnSpLocks/>
          </p:cNvCxnSpPr>
          <p:nvPr/>
        </p:nvCxnSpPr>
        <p:spPr>
          <a:xfrm>
            <a:off x="2508456" y="4878722"/>
            <a:ext cx="6957391" cy="27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B03671C-2BEB-1E2C-99D2-2E3001D92C20}"/>
              </a:ext>
            </a:extLst>
          </p:cNvPr>
          <p:cNvCxnSpPr>
            <a:cxnSpLocks/>
          </p:cNvCxnSpPr>
          <p:nvPr/>
        </p:nvCxnSpPr>
        <p:spPr>
          <a:xfrm>
            <a:off x="2617304" y="2212297"/>
            <a:ext cx="6957391" cy="275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円/楕円 1">
            <a:extLst>
              <a:ext uri="{FF2B5EF4-FFF2-40B4-BE49-F238E27FC236}">
                <a16:creationId xmlns:a16="http://schemas.microsoft.com/office/drawing/2014/main" id="{17DE3608-E7BC-AD4B-FEE8-571818311E1A}"/>
              </a:ext>
            </a:extLst>
          </p:cNvPr>
          <p:cNvSpPr>
            <a:spLocks noChangeAspect="1"/>
          </p:cNvSpPr>
          <p:nvPr/>
        </p:nvSpPr>
        <p:spPr>
          <a:xfrm>
            <a:off x="6133352" y="1488502"/>
            <a:ext cx="2052000" cy="205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/>
              <a:t>FUEL</a:t>
            </a:r>
          </a:p>
          <a:p>
            <a:pPr algn="ctr"/>
            <a:r>
              <a:rPr kumimoji="1" lang="en-US" altLang="ja-JP" sz="3600" dirty="0"/>
              <a:t>6:20</a:t>
            </a:r>
            <a:endParaRPr kumimoji="1" lang="ja-JP" altLang="en-US" sz="36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87620D-A034-6C2D-3078-2A5BDBBC6713}"/>
              </a:ext>
            </a:extLst>
          </p:cNvPr>
          <p:cNvSpPr txBox="1"/>
          <p:nvPr/>
        </p:nvSpPr>
        <p:spPr>
          <a:xfrm>
            <a:off x="4927046" y="192638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cap 155</a:t>
            </a:r>
            <a:endParaRPr kumimoji="1" lang="ja-JP" altLang="en-US" b="1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79528FF-4331-8A5C-9B71-802CFC5ADAEB}"/>
              </a:ext>
            </a:extLst>
          </p:cNvPr>
          <p:cNvSpPr/>
          <p:nvPr/>
        </p:nvSpPr>
        <p:spPr>
          <a:xfrm>
            <a:off x="3935896" y="3798332"/>
            <a:ext cx="4286807" cy="941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>
                <a:solidFill>
                  <a:sysClr val="windowText" lastClr="000000"/>
                </a:solidFill>
              </a:rPr>
              <a:t>ちょい落とし</a:t>
            </a:r>
          </a:p>
        </p:txBody>
      </p:sp>
    </p:spTree>
    <p:extLst>
      <p:ext uri="{BB962C8B-B14F-4D97-AF65-F5344CB8AC3E}">
        <p14:creationId xmlns:p14="http://schemas.microsoft.com/office/powerpoint/2010/main" val="129899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4312-2542-49DA-8C8F-C2544B5EA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77CD110-975E-4E19-1D2F-16C0A739F73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09545" y="918174"/>
            <a:ext cx="5193750" cy="5400000"/>
          </a:xfrm>
          <a:prstGeom prst="rect">
            <a:avLst/>
          </a:prstGeom>
        </p:spPr>
      </p:pic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841C1909-1EC2-C7CF-22F1-25C37BABDECB}"/>
              </a:ext>
            </a:extLst>
          </p:cNvPr>
          <p:cNvSpPr/>
          <p:nvPr/>
        </p:nvSpPr>
        <p:spPr>
          <a:xfrm>
            <a:off x="2041452" y="577490"/>
            <a:ext cx="7549116" cy="574068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ドーナツ 12">
            <a:extLst>
              <a:ext uri="{FF2B5EF4-FFF2-40B4-BE49-F238E27FC236}">
                <a16:creationId xmlns:a16="http://schemas.microsoft.com/office/drawing/2014/main" id="{58E64B1A-D446-42B2-F6A9-C036AB373334}"/>
              </a:ext>
            </a:extLst>
          </p:cNvPr>
          <p:cNvSpPr/>
          <p:nvPr/>
        </p:nvSpPr>
        <p:spPr>
          <a:xfrm>
            <a:off x="3396000" y="900113"/>
            <a:ext cx="5400000" cy="5400000"/>
          </a:xfrm>
          <a:prstGeom prst="donut">
            <a:avLst>
              <a:gd name="adj" fmla="val 1867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5269B73-326D-AFD9-C2C5-FCB96B27E99A}"/>
              </a:ext>
            </a:extLst>
          </p:cNvPr>
          <p:cNvCxnSpPr>
            <a:cxnSpLocks/>
            <a:stCxn id="13" idx="0"/>
            <a:endCxn id="13" idx="4"/>
          </p:cNvCxnSpPr>
          <p:nvPr/>
        </p:nvCxnSpPr>
        <p:spPr>
          <a:xfrm>
            <a:off x="6096000" y="900113"/>
            <a:ext cx="0" cy="54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CDA59AE-3B24-02C7-AE13-0D3E219EA57B}"/>
              </a:ext>
            </a:extLst>
          </p:cNvPr>
          <p:cNvCxnSpPr>
            <a:cxnSpLocks/>
            <a:stCxn id="13" idx="2"/>
            <a:endCxn id="13" idx="6"/>
          </p:cNvCxnSpPr>
          <p:nvPr/>
        </p:nvCxnSpPr>
        <p:spPr>
          <a:xfrm>
            <a:off x="3396000" y="3600113"/>
            <a:ext cx="54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724C5B2-C7DB-5581-C9DE-09C599D3C6D3}"/>
              </a:ext>
            </a:extLst>
          </p:cNvPr>
          <p:cNvSpPr txBox="1"/>
          <p:nvPr/>
        </p:nvSpPr>
        <p:spPr>
          <a:xfrm>
            <a:off x="5939547" y="53078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FDC1C52-D7D4-7E53-9D57-16A71523D7A5}"/>
              </a:ext>
            </a:extLst>
          </p:cNvPr>
          <p:cNvSpPr txBox="1"/>
          <p:nvPr/>
        </p:nvSpPr>
        <p:spPr>
          <a:xfrm>
            <a:off x="7374187" y="943836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</a:t>
            </a:r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B9CCEE7-FFF3-160A-BDD6-E2408E94969E}"/>
              </a:ext>
            </a:extLst>
          </p:cNvPr>
          <p:cNvSpPr txBox="1"/>
          <p:nvPr/>
        </p:nvSpPr>
        <p:spPr>
          <a:xfrm>
            <a:off x="8816842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</a:t>
            </a:r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6D95454-1ECF-7BDB-6488-0DE4A6017A63}"/>
              </a:ext>
            </a:extLst>
          </p:cNvPr>
          <p:cNvSpPr txBox="1"/>
          <p:nvPr/>
        </p:nvSpPr>
        <p:spPr>
          <a:xfrm>
            <a:off x="8482041" y="2065447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A3F68FB5-FC29-2789-BDF4-6D972265239F}"/>
              </a:ext>
            </a:extLst>
          </p:cNvPr>
          <p:cNvSpPr txBox="1"/>
          <p:nvPr/>
        </p:nvSpPr>
        <p:spPr>
          <a:xfrm>
            <a:off x="8445904" y="4860375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E</a:t>
            </a:r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03D8CD6B-E6C6-9172-0B35-DCBFCAEE3032}"/>
              </a:ext>
            </a:extLst>
          </p:cNvPr>
          <p:cNvSpPr txBox="1"/>
          <p:nvPr/>
        </p:nvSpPr>
        <p:spPr>
          <a:xfrm>
            <a:off x="7368089" y="5911178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</a:t>
            </a:r>
            <a:endParaRPr kumimoji="1" lang="ja-JP" altLang="en-US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48D6B444-E4E1-DFB5-DE46-6606BAB12E03}"/>
              </a:ext>
            </a:extLst>
          </p:cNvPr>
          <p:cNvSpPr txBox="1"/>
          <p:nvPr/>
        </p:nvSpPr>
        <p:spPr>
          <a:xfrm>
            <a:off x="5939547" y="6350722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</a:t>
            </a:r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D4B8656-88E5-6655-8692-820225165B1D}"/>
              </a:ext>
            </a:extLst>
          </p:cNvPr>
          <p:cNvSpPr txBox="1"/>
          <p:nvPr/>
        </p:nvSpPr>
        <p:spPr>
          <a:xfrm>
            <a:off x="4476054" y="597932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DDCAEAF6-9386-EE5A-4295-B14558BA0E58}"/>
              </a:ext>
            </a:extLst>
          </p:cNvPr>
          <p:cNvCxnSpPr>
            <a:cxnSpLocks/>
          </p:cNvCxnSpPr>
          <p:nvPr/>
        </p:nvCxnSpPr>
        <p:spPr>
          <a:xfrm flipH="1">
            <a:off x="4746000" y="1287506"/>
            <a:ext cx="71814" cy="46508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246ABA11-D328-1651-1671-7A073EB1DB92}"/>
              </a:ext>
            </a:extLst>
          </p:cNvPr>
          <p:cNvCxnSpPr>
            <a:cxnSpLocks/>
          </p:cNvCxnSpPr>
          <p:nvPr/>
        </p:nvCxnSpPr>
        <p:spPr>
          <a:xfrm>
            <a:off x="3778573" y="4950113"/>
            <a:ext cx="46556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E284E34A-1839-4B04-ECE4-7F62334C019C}"/>
              </a:ext>
            </a:extLst>
          </p:cNvPr>
          <p:cNvCxnSpPr>
            <a:cxnSpLocks/>
          </p:cNvCxnSpPr>
          <p:nvPr/>
        </p:nvCxnSpPr>
        <p:spPr>
          <a:xfrm flipH="1">
            <a:off x="3709895" y="2250114"/>
            <a:ext cx="47347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91687B64-3DB5-9AFB-8720-772173E2DAA2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7456421" y="1313168"/>
            <a:ext cx="88646" cy="4625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36B5DF4F-E258-B5D3-BDA4-4C1AB127F70E}"/>
              </a:ext>
            </a:extLst>
          </p:cNvPr>
          <p:cNvSpPr txBox="1"/>
          <p:nvPr/>
        </p:nvSpPr>
        <p:spPr>
          <a:xfrm>
            <a:off x="3436813" y="4890249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</a:t>
            </a:r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7AF6E6C-D98F-913B-BC3E-4EBE6756F0B5}"/>
              </a:ext>
            </a:extLst>
          </p:cNvPr>
          <p:cNvSpPr txBox="1"/>
          <p:nvPr/>
        </p:nvSpPr>
        <p:spPr>
          <a:xfrm>
            <a:off x="3035454" y="3429000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J</a:t>
            </a:r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1584451-2468-B14B-397D-8EFB167B0259}"/>
              </a:ext>
            </a:extLst>
          </p:cNvPr>
          <p:cNvSpPr txBox="1"/>
          <p:nvPr/>
        </p:nvSpPr>
        <p:spPr>
          <a:xfrm>
            <a:off x="3368136" y="2039623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K</a:t>
            </a:r>
            <a:endParaRPr kumimoji="1"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E1F0E79-7F74-D22F-F353-7D29C92F601B}"/>
              </a:ext>
            </a:extLst>
          </p:cNvPr>
          <p:cNvSpPr txBox="1"/>
          <p:nvPr/>
        </p:nvSpPr>
        <p:spPr>
          <a:xfrm>
            <a:off x="4539586" y="918174"/>
            <a:ext cx="34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DB4EFC-B96D-5FFD-A3DE-800B602195EF}"/>
              </a:ext>
            </a:extLst>
          </p:cNvPr>
          <p:cNvCxnSpPr>
            <a:cxnSpLocks/>
          </p:cNvCxnSpPr>
          <p:nvPr/>
        </p:nvCxnSpPr>
        <p:spPr>
          <a:xfrm>
            <a:off x="4746000" y="1313168"/>
            <a:ext cx="271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EFD23E9-5205-9AC2-252E-0E9FF0D229B1}"/>
              </a:ext>
            </a:extLst>
          </p:cNvPr>
          <p:cNvCxnSpPr>
            <a:cxnSpLocks/>
          </p:cNvCxnSpPr>
          <p:nvPr/>
        </p:nvCxnSpPr>
        <p:spPr>
          <a:xfrm>
            <a:off x="4740789" y="5885876"/>
            <a:ext cx="2710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6DED69B-6304-6D11-0165-4B9CEF2C9601}"/>
              </a:ext>
            </a:extLst>
          </p:cNvPr>
          <p:cNvCxnSpPr>
            <a:cxnSpLocks/>
          </p:cNvCxnSpPr>
          <p:nvPr/>
        </p:nvCxnSpPr>
        <p:spPr>
          <a:xfrm>
            <a:off x="8434269" y="2250114"/>
            <a:ext cx="0" cy="2699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3F83755-2EAA-1646-F819-D50FF597F2B7}"/>
              </a:ext>
            </a:extLst>
          </p:cNvPr>
          <p:cNvCxnSpPr>
            <a:cxnSpLocks/>
          </p:cNvCxnSpPr>
          <p:nvPr/>
        </p:nvCxnSpPr>
        <p:spPr>
          <a:xfrm>
            <a:off x="3797712" y="2190250"/>
            <a:ext cx="0" cy="2699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04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69F5F-30B9-1F31-77DE-0A8CAA02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D6DDBC4-F754-97F8-8B23-5D6AF967456E}"/>
              </a:ext>
            </a:extLst>
          </p:cNvPr>
          <p:cNvGrpSpPr/>
          <p:nvPr/>
        </p:nvGrpSpPr>
        <p:grpSpPr>
          <a:xfrm>
            <a:off x="4076250" y="2596479"/>
            <a:ext cx="2439750" cy="304800"/>
            <a:chOff x="4076250" y="2596479"/>
            <a:chExt cx="2439750" cy="3048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D131598-A0DD-BDD8-DE54-FAE8FA88F25E}"/>
                </a:ext>
              </a:extLst>
            </p:cNvPr>
            <p:cNvSpPr/>
            <p:nvPr/>
          </p:nvSpPr>
          <p:spPr>
            <a:xfrm>
              <a:off x="4076250" y="2596479"/>
              <a:ext cx="453295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13C7572-B596-88D7-CCD4-3E3E90C4E7F2}"/>
                </a:ext>
              </a:extLst>
            </p:cNvPr>
            <p:cNvSpPr/>
            <p:nvPr/>
          </p:nvSpPr>
          <p:spPr>
            <a:xfrm>
              <a:off x="4572864" y="2596479"/>
              <a:ext cx="453295" cy="304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76A4F43-1F0A-4537-2F6E-1C137B51ED85}"/>
                </a:ext>
              </a:extLst>
            </p:cNvPr>
            <p:cNvSpPr/>
            <p:nvPr/>
          </p:nvSpPr>
          <p:spPr>
            <a:xfrm>
              <a:off x="5069478" y="2596479"/>
              <a:ext cx="453295" cy="3048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5E57276-60C9-0665-D46F-46151705C7C4}"/>
                </a:ext>
              </a:extLst>
            </p:cNvPr>
            <p:cNvSpPr/>
            <p:nvPr/>
          </p:nvSpPr>
          <p:spPr>
            <a:xfrm>
              <a:off x="5566092" y="2596479"/>
              <a:ext cx="453295" cy="3048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A286F96-1121-D2DF-A114-B0F036CDE0D6}"/>
                </a:ext>
              </a:extLst>
            </p:cNvPr>
            <p:cNvSpPr/>
            <p:nvPr/>
          </p:nvSpPr>
          <p:spPr>
            <a:xfrm>
              <a:off x="6062705" y="2596479"/>
              <a:ext cx="453295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489CD4-D583-C0D1-C078-3FA8074FB9D2}"/>
              </a:ext>
            </a:extLst>
          </p:cNvPr>
          <p:cNvSpPr txBox="1"/>
          <p:nvPr/>
        </p:nvSpPr>
        <p:spPr>
          <a:xfrm>
            <a:off x="4542553" y="1733216"/>
            <a:ext cx="17379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000" b="1" dirty="0">
                <a:latin typeface="Hiragino Maru Gothic ProN W4" panose="020F0400000000000000" pitchFamily="34" charset="-128"/>
                <a:ea typeface="Hiragino Maru Gothic ProN W4" panose="020F0400000000000000" pitchFamily="34" charset="-128"/>
              </a:rPr>
              <a:t>101</a:t>
            </a:r>
            <a:endParaRPr kumimoji="1" lang="ja-JP" altLang="en-US" sz="6000" b="1">
              <a:latin typeface="Hiragino Maru Gothic ProN W4" panose="020F0400000000000000" pitchFamily="34" charset="-128"/>
              <a:ea typeface="Hiragino Maru Gothic ProN W4" panose="020F0400000000000000" pitchFamily="34" charset="-128"/>
            </a:endParaRPr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558BC6B1-10F7-A812-C50E-93295AA68741}"/>
              </a:ext>
            </a:extLst>
          </p:cNvPr>
          <p:cNvSpPr/>
          <p:nvPr/>
        </p:nvSpPr>
        <p:spPr>
          <a:xfrm>
            <a:off x="4874224" y="2850879"/>
            <a:ext cx="151935" cy="2160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27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4218</TotalTime>
  <Words>98</Words>
  <Application>Microsoft Macintosh PowerPoint</Application>
  <PresentationFormat>ワイド画面</PresentationFormat>
  <Paragraphs>71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Hiragino Maru Gothic ProN W4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克朗 永林</dc:creator>
  <cp:lastModifiedBy>克朗 永林</cp:lastModifiedBy>
  <cp:revision>4</cp:revision>
  <dcterms:created xsi:type="dcterms:W3CDTF">2026-03-05T04:44:31Z</dcterms:created>
  <dcterms:modified xsi:type="dcterms:W3CDTF">2026-03-17T08:38:39Z</dcterms:modified>
</cp:coreProperties>
</file>