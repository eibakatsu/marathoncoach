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64" r:id="rId4"/>
    <p:sldId id="257" r:id="rId5"/>
    <p:sldId id="258" r:id="rId6"/>
    <p:sldId id="259" r:id="rId7"/>
    <p:sldId id="260" r:id="rId8"/>
    <p:sldId id="262" r:id="rId9"/>
    <p:sldId id="263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8513"/>
    <a:srgbClr val="E2F7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552"/>
    <p:restoredTop sz="94687"/>
  </p:normalViewPr>
  <p:slideViewPr>
    <p:cSldViewPr snapToGrid="0">
      <p:cViewPr>
        <p:scale>
          <a:sx n="105" d="100"/>
          <a:sy n="105" d="100"/>
        </p:scale>
        <p:origin x="144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CADFD6-2722-700B-9378-592515167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D58B639-4DB5-4C34-A0D2-E2F354F6C4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F87889-CADD-011B-C242-F6E65B828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3CC548-D724-D38F-D94D-49DBA1A00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9504925-64E4-9269-F353-4B07F1210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089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D4DB74-61EF-4E79-0BB0-8C9FA1B00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37E1806-EECF-4E33-758F-9359AEE15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4FD8B-DB15-412E-5729-29002656B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4F8BE0-C11F-0877-AFC7-07F5FFC94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B892577-95EB-2028-E043-A2FA90260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9298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1CC77A-632C-4ECE-4F6A-FCB95D4B2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F76B225-F9BB-5442-2AB1-7DF588A3F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A75E34E-8743-1321-2AA9-9E1AE22A9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BDC030-2AA2-8A40-FCDB-AF62C1E3E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0B737F1-5273-3AEE-9303-6DD4CD708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7525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57E86C-1283-D8EF-C918-98D843785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84DD4EA-3362-3B43-83BB-575C6DF421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F5BA964-24DB-71B6-6FFC-724592385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6C40A6-F6DD-393D-95A8-4B740152B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A6E3900-3523-7E98-65DC-2FF76E4C6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2B8EE88-D4DA-06FE-F4DF-E612EBC30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7672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1F750A-04EA-8881-F936-F2BF56AB7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C55A856-2246-006A-3B2B-7D6A9C1F71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0C1F564-8EC3-BEEC-6E0E-625804A14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2238A9B-21D2-47DF-5F88-1737EAB581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F71DD36-DB12-5BCD-2145-6972C754B2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3182B35-EE38-1D08-68EF-DA351C346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2B7DEBB-61C6-9745-AFBD-51393BD34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7B443A4-4F0E-6266-AF53-E4E3ACBD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3018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DCE134-C17A-04A0-DC71-BD9C3B8E3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151FEC5-C057-3390-538F-2FB5CCB22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BDB2E7-7E96-F42D-DB32-4BCAA3FEC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CD81BCC-68EE-1239-77C2-AC8638D0A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7581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7454FD5-68F6-EB20-62F4-63E60AEDC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403D5E3-03C3-E348-B09D-01EC9DC27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6E51AAD-F240-BABB-6BB5-15225F54E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75940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2B10AF-5234-71A2-323B-4543ACEF5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4318634-DF2E-81E0-FD82-C9610BA59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BEE3E22-219E-B39F-A80F-627BF8F665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A4DFAD0-48C8-7EA3-387D-6B23E3483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64AE8BC-C0EB-3D4B-14C6-A1C370296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71F76EB-5FED-42D9-E286-E640B0720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439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752A0B-1FE0-7364-48EE-C7A44A754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A554A1C-89E6-512D-2C2C-05B9E9CA15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FD63986-8083-8A9A-025D-4740C76194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EBC195-2B74-F94D-666D-F2C782F8D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6500FB-0BB6-7D42-AADA-7D8D6365E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D9A2433-057F-CD00-E7A1-FF0B1D2A4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283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8FE332-0AFD-43FF-648A-EBAD68B6E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1778B01-D2F5-3851-F931-64B8D2B5A5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634DBA3-7343-2679-A4C6-372050E54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C994B1E-8670-4531-12AD-FBE95891D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48CE66-0028-ABFE-9762-816551783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0337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2766C89-B6D4-B2F2-58F0-CD266B76FF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30FD29E-51A8-155D-2D4F-FAB5B0500A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190BC3-26E4-B6DD-515E-3640DCB4C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B000A-6D8F-3647-AF13-3694151F8848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097965-EDC0-FF5D-0BC3-61EF1EA60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E1F599-8088-D45F-5690-807EE310B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8957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71456B0-73DD-A61E-B067-D8011D20C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AD0E2C7-EF44-D7E5-C219-CA206BD9E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62DE349-6BC6-13F3-3A6C-C360BC7F2F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2B000A-6D8F-3647-AF13-3694151F8848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13F3674-DA34-F893-63D6-61E17BB300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22B0A85-FD5E-515C-86E3-8132B57077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B78891-1186-A449-967D-2B5DBA942C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9558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BC8A7975-C83B-706C-BFF0-65B1246D7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9" y="0"/>
            <a:ext cx="5743241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6F133CB-27C2-B744-1709-D183A6C21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0"/>
            <a:ext cx="57432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6011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90C18-6163-76E0-6E50-B92CEF78E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7F0B8EC-550A-5CAB-B7AF-2E7922A7D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01" y="0"/>
            <a:ext cx="5651500" cy="685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625F87C1-5533-E30C-E463-A36C29BFD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5192" y="0"/>
            <a:ext cx="5651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006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E004-94F0-5A5A-6453-D8DC21A65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B5ACF3A-6326-42B0-94DD-17E1FDEE634C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270250" y="0"/>
            <a:ext cx="5651500" cy="6858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5CDA195-5B87-9793-8856-0638D4DEA160}"/>
              </a:ext>
            </a:extLst>
          </p:cNvPr>
          <p:cNvSpPr txBox="1"/>
          <p:nvPr/>
        </p:nvSpPr>
        <p:spPr>
          <a:xfrm>
            <a:off x="4620768" y="4059936"/>
            <a:ext cx="2950464" cy="46166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noAutofit/>
          </a:bodyPr>
          <a:lstStyle/>
          <a:p>
            <a:pPr algn="ctr"/>
            <a:r>
              <a:rPr kumimoji="1" lang="en-US" altLang="ja-JP" sz="2800" b="1" dirty="0">
                <a:solidFill>
                  <a:schemeClr val="bg1"/>
                </a:solidFill>
              </a:rPr>
              <a:t>Race Navi</a:t>
            </a:r>
            <a:endParaRPr kumimoji="1" lang="ja-JP" altLang="en-US" sz="2800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3086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B2782-0D9E-1EB6-E47E-13C64268F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13CA9D4-D2F6-B12F-3ABD-3E865449F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0250" y="0"/>
            <a:ext cx="5651500" cy="6858000"/>
          </a:xfrm>
          <a:prstGeom prst="rect">
            <a:avLst/>
          </a:prstGeom>
        </p:spPr>
      </p:pic>
      <p:sp>
        <p:nvSpPr>
          <p:cNvPr id="2" name="角丸四角形 1">
            <a:extLst>
              <a:ext uri="{FF2B5EF4-FFF2-40B4-BE49-F238E27FC236}">
                <a16:creationId xmlns:a16="http://schemas.microsoft.com/office/drawing/2014/main" id="{2BBE57D8-A072-210F-526F-3B39B8BC1D8F}"/>
              </a:ext>
            </a:extLst>
          </p:cNvPr>
          <p:cNvSpPr/>
          <p:nvPr/>
        </p:nvSpPr>
        <p:spPr>
          <a:xfrm>
            <a:off x="3360000" y="192507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kumimoji="1" lang="ja-JP" altLang="en-US" sz="2800" b="1">
                <a:latin typeface="Meiryo UI" panose="020B0604030504040204" pitchFamily="34" charset="-128"/>
                <a:ea typeface="Meiryo UI" panose="020B0604030504040204" pitchFamily="34" charset="-128"/>
              </a:rPr>
              <a:t>迷いを減らし、目標達成へ</a:t>
            </a:r>
            <a:endParaRPr lang="en-US" altLang="ja-JP" sz="20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en-US" altLang="ja-JP" sz="2000" dirty="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Reduce race-time doubt. Reach your goal.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550842AF-43DF-86FE-FF50-8199282C7089}"/>
              </a:ext>
            </a:extLst>
          </p:cNvPr>
          <p:cNvSpPr/>
          <p:nvPr/>
        </p:nvSpPr>
        <p:spPr>
          <a:xfrm>
            <a:off x="3360000" y="5534528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ja-JP" altLang="en-US" sz="2800" b="1">
                <a:latin typeface="Meiryo UI" panose="020B0604030504040204" pitchFamily="34" charset="-128"/>
                <a:ea typeface="Meiryo UI" panose="020B0604030504040204" pitchFamily="34" charset="-128"/>
              </a:rPr>
              <a:t>次にやることを短く表示</a:t>
            </a:r>
            <a:endParaRPr lang="en-US" altLang="ja-JP" sz="2000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en-US" altLang="ja-JP" sz="2000" dirty="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Clear next-action cues while running.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11" name="グラフィックス 10" descr="矢印: 直線 単色塗りつぶし">
            <a:extLst>
              <a:ext uri="{FF2B5EF4-FFF2-40B4-BE49-F238E27FC236}">
                <a16:creationId xmlns:a16="http://schemas.microsoft.com/office/drawing/2014/main" id="{EBFF0E08-C20D-121F-4003-9867168FA6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247449">
            <a:off x="4046023" y="350476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385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EC8BC-CD45-5488-9A8E-C92B741CC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046DD8C8-C518-E69E-A1CE-8F9CD4AF0F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0250" y="0"/>
            <a:ext cx="5651500" cy="6858000"/>
          </a:xfrm>
          <a:prstGeom prst="rect">
            <a:avLst/>
          </a:prstGeom>
        </p:spPr>
      </p:pic>
      <p:sp>
        <p:nvSpPr>
          <p:cNvPr id="2" name="角丸四角形 1">
            <a:extLst>
              <a:ext uri="{FF2B5EF4-FFF2-40B4-BE49-F238E27FC236}">
                <a16:creationId xmlns:a16="http://schemas.microsoft.com/office/drawing/2014/main" id="{34EC9CFF-B5C5-4636-C224-DC4B264DD735}"/>
              </a:ext>
            </a:extLst>
          </p:cNvPr>
          <p:cNvSpPr/>
          <p:nvPr/>
        </p:nvSpPr>
        <p:spPr>
          <a:xfrm>
            <a:off x="3360000" y="192507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HR, Pace</a:t>
            </a:r>
            <a:r>
              <a:rPr kumimoji="1"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,</a:t>
            </a:r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and </a:t>
            </a:r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predicted time.</a:t>
            </a:r>
            <a:endParaRPr lang="en-US" altLang="ja-JP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ペース・心拍・予測タイムを１画面で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CFAF93FD-94DE-5352-1E81-6693C05FA343}"/>
              </a:ext>
            </a:extLst>
          </p:cNvPr>
          <p:cNvSpPr/>
          <p:nvPr/>
        </p:nvSpPr>
        <p:spPr>
          <a:xfrm>
            <a:off x="3360000" y="5534528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Focus on running, not calculation</a:t>
            </a:r>
            <a:endParaRPr lang="en-US" altLang="ja-JP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判断に迷わず、走りに集中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5" name="グラフィックス 4" descr="矢印: 直線 単色塗りつぶし">
            <a:extLst>
              <a:ext uri="{FF2B5EF4-FFF2-40B4-BE49-F238E27FC236}">
                <a16:creationId xmlns:a16="http://schemas.microsoft.com/office/drawing/2014/main" id="{B753845F-AC98-6BB0-46B5-09FF1B5D67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247449">
            <a:off x="4195011" y="1932214"/>
            <a:ext cx="914400" cy="914400"/>
          </a:xfrm>
          <a:prstGeom prst="rect">
            <a:avLst/>
          </a:prstGeom>
        </p:spPr>
      </p:pic>
      <p:pic>
        <p:nvPicPr>
          <p:cNvPr id="8" name="グラフィックス 7" descr="矢印: 直線 単色塗りつぶし">
            <a:extLst>
              <a:ext uri="{FF2B5EF4-FFF2-40B4-BE49-F238E27FC236}">
                <a16:creationId xmlns:a16="http://schemas.microsoft.com/office/drawing/2014/main" id="{F8D13FBB-68D6-0C92-F7CE-384BEA8CBA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4334520" y="4781834"/>
            <a:ext cx="914400" cy="914400"/>
          </a:xfrm>
          <a:prstGeom prst="rect">
            <a:avLst/>
          </a:prstGeom>
        </p:spPr>
      </p:pic>
      <p:pic>
        <p:nvPicPr>
          <p:cNvPr id="9" name="グラフィックス 8" descr="矢印: 直線 単色塗りつぶし">
            <a:extLst>
              <a:ext uri="{FF2B5EF4-FFF2-40B4-BE49-F238E27FC236}">
                <a16:creationId xmlns:a16="http://schemas.microsoft.com/office/drawing/2014/main" id="{77777F58-E10C-DAC1-BF95-B4F00FF161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247449">
            <a:off x="3877319" y="283343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81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56A4D3-95ED-DC5A-0BC7-601407332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2D12611-0A45-4A74-FB45-8AA45D54F052}"/>
              </a:ext>
            </a:extLst>
          </p:cNvPr>
          <p:cNvSpPr/>
          <p:nvPr/>
        </p:nvSpPr>
        <p:spPr>
          <a:xfrm>
            <a:off x="3224378" y="28076"/>
            <a:ext cx="574324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21C6BCC-1E4B-E130-4321-E87A96B509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1539" y="443119"/>
            <a:ext cx="3398400" cy="4123901"/>
          </a:xfrm>
          <a:prstGeom prst="rect">
            <a:avLst/>
          </a:prstGeom>
        </p:spPr>
      </p:pic>
      <p:sp>
        <p:nvSpPr>
          <p:cNvPr id="10" name="円/楕円 9">
            <a:extLst>
              <a:ext uri="{FF2B5EF4-FFF2-40B4-BE49-F238E27FC236}">
                <a16:creationId xmlns:a16="http://schemas.microsoft.com/office/drawing/2014/main" id="{80DD2658-41FA-EBD6-E9D8-8255AC1DC0A7}"/>
              </a:ext>
            </a:extLst>
          </p:cNvPr>
          <p:cNvSpPr/>
          <p:nvPr/>
        </p:nvSpPr>
        <p:spPr>
          <a:xfrm>
            <a:off x="5510464" y="2181722"/>
            <a:ext cx="3449872" cy="4190142"/>
          </a:xfrm>
          <a:prstGeom prst="ellipse">
            <a:avLst/>
          </a:prstGeom>
          <a:solidFill>
            <a:schemeClr val="bg1">
              <a:lumMod val="75000"/>
              <a:alpha val="7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2BDF89C-21B9-D7E6-3F51-590B799999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695" y="2584851"/>
            <a:ext cx="2666076" cy="3236588"/>
          </a:xfrm>
          <a:prstGeom prst="rect">
            <a:avLst/>
          </a:prstGeom>
        </p:spPr>
      </p:pic>
      <p:sp>
        <p:nvSpPr>
          <p:cNvPr id="2" name="角丸四角形 1">
            <a:extLst>
              <a:ext uri="{FF2B5EF4-FFF2-40B4-BE49-F238E27FC236}">
                <a16:creationId xmlns:a16="http://schemas.microsoft.com/office/drawing/2014/main" id="{20831B68-06F7-2CAF-0249-1700ADF0DEF7}"/>
              </a:ext>
            </a:extLst>
          </p:cNvPr>
          <p:cNvSpPr/>
          <p:nvPr/>
        </p:nvSpPr>
        <p:spPr>
          <a:xfrm>
            <a:off x="3360000" y="192507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kumimoji="1"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Fuel timing made visible.</a:t>
            </a:r>
            <a:endParaRPr lang="en-US" altLang="ja-JP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補給タイミングをみえる化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185CDFFD-0AA3-3C1B-8726-4767164D50C6}"/>
              </a:ext>
            </a:extLst>
          </p:cNvPr>
          <p:cNvSpPr/>
          <p:nvPr/>
        </p:nvSpPr>
        <p:spPr>
          <a:xfrm>
            <a:off x="3360000" y="5534528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Fuel alerts prevent misses.</a:t>
            </a:r>
          </a:p>
          <a:p>
            <a:pPr algn="ctr"/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補給通知で補給忘れを防ぐ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18" name="グラフィックス 17" descr="矢印: 直線 単色塗りつぶし">
            <a:extLst>
              <a:ext uri="{FF2B5EF4-FFF2-40B4-BE49-F238E27FC236}">
                <a16:creationId xmlns:a16="http://schemas.microsoft.com/office/drawing/2014/main" id="{479141D1-0903-145E-B221-35527CF57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3386512">
            <a:off x="5480510" y="2353823"/>
            <a:ext cx="1230976" cy="1230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655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EFD36-F4D0-BF62-E72E-248FF9A90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BF48990-2D6E-7C7F-6B55-836E6B93F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380" y="0"/>
            <a:ext cx="574324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D8BD7C1-31D9-D434-465D-F580B95A738D}"/>
              </a:ext>
            </a:extLst>
          </p:cNvPr>
          <p:cNvSpPr/>
          <p:nvPr/>
        </p:nvSpPr>
        <p:spPr>
          <a:xfrm>
            <a:off x="3224378" y="28076"/>
            <a:ext cx="5743241" cy="6858000"/>
          </a:xfrm>
          <a:prstGeom prst="rect">
            <a:avLst/>
          </a:prstGeom>
          <a:solidFill>
            <a:schemeClr val="bg1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角丸四角形 1">
            <a:extLst>
              <a:ext uri="{FF2B5EF4-FFF2-40B4-BE49-F238E27FC236}">
                <a16:creationId xmlns:a16="http://schemas.microsoft.com/office/drawing/2014/main" id="{81243FA4-45C9-D032-E742-0983EF5F1561}"/>
              </a:ext>
            </a:extLst>
          </p:cNvPr>
          <p:cNvSpPr/>
          <p:nvPr/>
        </p:nvSpPr>
        <p:spPr>
          <a:xfrm>
            <a:off x="3360000" y="192507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kumimoji="1"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Start with only two settings.</a:t>
            </a:r>
            <a:endParaRPr lang="en-US" altLang="ja-JP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en-US" altLang="ja-JP" sz="2000" dirty="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3</a:t>
            </a:r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項目の設定だけで開始可能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5472BD94-AC01-515D-8FC4-3B69DA1BEF01}"/>
              </a:ext>
            </a:extLst>
          </p:cNvPr>
          <p:cNvSpPr/>
          <p:nvPr/>
        </p:nvSpPr>
        <p:spPr>
          <a:xfrm>
            <a:off x="3360000" y="5534528"/>
            <a:ext cx="5472000" cy="1179094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altLang="ja-JP" sz="2400" b="1" dirty="0">
                <a:latin typeface="Meiryo UI" panose="020B0604030504040204" pitchFamily="34" charset="-128"/>
                <a:ea typeface="Meiryo UI" panose="020B0604030504040204" pitchFamily="34" charset="-128"/>
              </a:rPr>
              <a:t>Race Distance / Target Time</a:t>
            </a:r>
            <a:endParaRPr lang="en-US" altLang="ja-JP" sz="2000" b="1" dirty="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距離</a:t>
            </a:r>
            <a:r>
              <a:rPr lang="en-US" altLang="ja-JP" sz="2000" dirty="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と</a:t>
            </a:r>
            <a:r>
              <a:rPr lang="en-US" altLang="ja-JP" sz="2000" dirty="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lang="ja-JP" altLang="en-US" sz="2000">
                <a:solidFill>
                  <a:schemeClr val="bg1">
                    <a:lumMod val="8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目標タイム</a:t>
            </a:r>
            <a:endParaRPr kumimoji="1" lang="ja-JP" altLang="en-US" sz="2000">
              <a:solidFill>
                <a:schemeClr val="bg1">
                  <a:lumMod val="85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D3FD0DEC-E43F-D5DC-6483-D2F7DA455F52}"/>
              </a:ext>
            </a:extLst>
          </p:cNvPr>
          <p:cNvGrpSpPr/>
          <p:nvPr/>
        </p:nvGrpSpPr>
        <p:grpSpPr>
          <a:xfrm>
            <a:off x="4285324" y="1335505"/>
            <a:ext cx="3621349" cy="4054645"/>
            <a:chOff x="4133202" y="1335505"/>
            <a:chExt cx="3621349" cy="4054645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10DDC2EE-8627-6A28-0486-EDC5BE7AB2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33202" y="1720516"/>
              <a:ext cx="3621349" cy="3669634"/>
            </a:xfrm>
            <a:prstGeom prst="rect">
              <a:avLst/>
            </a:prstGeom>
          </p:spPr>
        </p:pic>
        <p:pic>
          <p:nvPicPr>
            <p:cNvPr id="6" name="グラフィックス 5" descr="矢印: 直線 単色塗りつぶし">
              <a:extLst>
                <a:ext uri="{FF2B5EF4-FFF2-40B4-BE49-F238E27FC236}">
                  <a16:creationId xmlns:a16="http://schemas.microsoft.com/office/drawing/2014/main" id="{26FB3B3C-E371-EF96-2D66-7C5160FD36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8352551" flipH="1">
              <a:off x="6179637" y="1335505"/>
              <a:ext cx="914400" cy="914400"/>
            </a:xfrm>
            <a:prstGeom prst="rect">
              <a:avLst/>
            </a:prstGeom>
          </p:spPr>
        </p:pic>
        <p:pic>
          <p:nvPicPr>
            <p:cNvPr id="8" name="グラフィックス 7" descr="矢印: 直線 単色塗りつぶし">
              <a:extLst>
                <a:ext uri="{FF2B5EF4-FFF2-40B4-BE49-F238E27FC236}">
                  <a16:creationId xmlns:a16="http://schemas.microsoft.com/office/drawing/2014/main" id="{CD9BAFD3-0E92-3834-744D-DBCF329A43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8352551" flipH="1">
              <a:off x="6179637" y="2513457"/>
              <a:ext cx="914400" cy="914400"/>
            </a:xfrm>
            <a:prstGeom prst="rect">
              <a:avLst/>
            </a:prstGeom>
          </p:spPr>
        </p:pic>
      </p:grpSp>
      <p:pic>
        <p:nvPicPr>
          <p:cNvPr id="9" name="グラフィックス 8" descr="矢印: 直線 単色塗りつぶし">
            <a:extLst>
              <a:ext uri="{FF2B5EF4-FFF2-40B4-BE49-F238E27FC236}">
                <a16:creationId xmlns:a16="http://schemas.microsoft.com/office/drawing/2014/main" id="{4C3E23B3-F06E-FA11-4962-FB539F8E2A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8352551" flipH="1">
            <a:off x="6179637" y="369140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542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19CF4-C6EF-2CE3-43EC-E00A75DED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644E9A27-33E9-AAFF-5273-50256B50D7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38" y="530994"/>
            <a:ext cx="10813018" cy="5406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2577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06DAF29F-E64E-CF19-A44B-4F09430BA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36" y="364744"/>
            <a:ext cx="3251200" cy="3251200"/>
          </a:xfrm>
          <a:prstGeom prst="rect">
            <a:avLst/>
          </a:prstGeom>
        </p:spPr>
      </p:pic>
      <p:sp>
        <p:nvSpPr>
          <p:cNvPr id="7" name="角丸四角形 6">
            <a:extLst>
              <a:ext uri="{FF2B5EF4-FFF2-40B4-BE49-F238E27FC236}">
                <a16:creationId xmlns:a16="http://schemas.microsoft.com/office/drawing/2014/main" id="{648A111A-23AF-2A23-0E71-D7E958F64A1E}"/>
              </a:ext>
            </a:extLst>
          </p:cNvPr>
          <p:cNvSpPr/>
          <p:nvPr/>
        </p:nvSpPr>
        <p:spPr>
          <a:xfrm>
            <a:off x="6486144" y="914400"/>
            <a:ext cx="3600000" cy="3600000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26C88B0A-ADF5-49F3-CEF8-5860C26E11CC}"/>
              </a:ext>
            </a:extLst>
          </p:cNvPr>
          <p:cNvSpPr/>
          <p:nvPr/>
        </p:nvSpPr>
        <p:spPr>
          <a:xfrm>
            <a:off x="6656832" y="3108960"/>
            <a:ext cx="3255264" cy="694944"/>
          </a:xfrm>
          <a:prstGeom prst="roundRect">
            <a:avLst/>
          </a:prstGeom>
          <a:solidFill>
            <a:srgbClr val="F985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52E1EBAB-C28B-3918-80E0-779A10EB2F35}"/>
              </a:ext>
            </a:extLst>
          </p:cNvPr>
          <p:cNvSpPr/>
          <p:nvPr/>
        </p:nvSpPr>
        <p:spPr>
          <a:xfrm>
            <a:off x="7135368" y="3372612"/>
            <a:ext cx="2298192" cy="1676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角丸四角形 11">
            <a:extLst>
              <a:ext uri="{FF2B5EF4-FFF2-40B4-BE49-F238E27FC236}">
                <a16:creationId xmlns:a16="http://schemas.microsoft.com/office/drawing/2014/main" id="{A5C4B953-C413-A2DE-8E43-E35D93BA512A}"/>
              </a:ext>
            </a:extLst>
          </p:cNvPr>
          <p:cNvSpPr/>
          <p:nvPr/>
        </p:nvSpPr>
        <p:spPr>
          <a:xfrm>
            <a:off x="755904" y="1990344"/>
            <a:ext cx="1524000" cy="1382268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63E2D844-B0EB-E232-B39D-248AC359D1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7953" y="1095192"/>
            <a:ext cx="1914144" cy="1941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1636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10947</TotalTime>
  <Words>106</Words>
  <Application>Microsoft Macintosh PowerPoint</Application>
  <PresentationFormat>ワイド画面</PresentationFormat>
  <Paragraphs>17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Meiryo UI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克朗 永林</dc:creator>
  <cp:lastModifiedBy>克朗 永林</cp:lastModifiedBy>
  <cp:revision>4</cp:revision>
  <dcterms:created xsi:type="dcterms:W3CDTF">2026-03-13T03:58:52Z</dcterms:created>
  <dcterms:modified xsi:type="dcterms:W3CDTF">2026-03-21T00:40:38Z</dcterms:modified>
</cp:coreProperties>
</file>